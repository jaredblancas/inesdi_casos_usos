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2E86DE">
              <a:alpha val="15000"/>
            </a:srgbClr>
          </a:solidFill>
          <a:ln w="12700">
            <a:solidFill>
              <a:srgbClr val="2E86DE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🍦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Atención al Cliente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Telegram + Voicechat · MVP 18 horas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de helados · n8n · Google Sheets · ElevenLabs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Interna — Junio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perdidas,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sin datos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2560320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651760" cy="91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repetitivas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2944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responde manualmente cada consulta sobre sabores, horarios y ubicación.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2651760" cy="2560320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874520"/>
            <a:ext cx="26517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0574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inventario estructurado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1568" y="2944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vive en la memoria. Respuestas inconsistentes y sin trazabilidad.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874520"/>
            <a:ext cx="2651760" cy="2560320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874520"/>
            <a:ext cx="2651760" cy="914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574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25420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invisible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36208" y="294436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qué sabores interesan más. Se pierde información valiosa de negocio.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canales. Una fuente de verdad.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703320" y="1600200"/>
            <a:ext cx="1737360" cy="10058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91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0332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· FAQs · Pedidos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56032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099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Telegram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· Disponibilidad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intención de pedido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08960" y="2103120"/>
            <a:ext cx="594360" cy="0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74720" y="19933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56032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2E86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320040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56248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Voicechat ElevenLabs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72200" y="2103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voz · Webhook n8n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flujo de intención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40680" y="2103120"/>
            <a:ext cx="594360" cy="0"/>
          </a:xfrm>
          <a:prstGeom prst="line">
            <a:avLst/>
          </a:prstGeom>
          <a:noFill/>
          <a:ln w="31750">
            <a:solidFill>
              <a:srgbClr val="00C2A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349240" y="19933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A8"/>
                </a:solidFill>
              </a:rPr>
              <a:t>←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162336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El sistema NO confirma ventas. Registra intención y notifica al equipo humano para cerrar el pedido.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88620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858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intención: disponibilidad, FAQ, pedido, duda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3367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nombre · contacto · producto · cantidad · canal</a:t>
            </a:r>
            <a:endParaRPr lang="en-US" sz="12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58114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" y="4553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 100% con n8n — sin código personalizado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ALCANCE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lo construimos?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846320" cy="3017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                   HERRAMIENTA                DECISIÓN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4846320" cy="384048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824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6824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90672" y="16824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principal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4846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6654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20665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90672" y="20665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 de atención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846320" cy="384048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505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4505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· FAQs · Pedidos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07208"/>
            <a:ext cx="4846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34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91640" y="2834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vía n8n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90672" y="2834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intención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4846320" cy="384048"/>
          </a:xfrm>
          <a:prstGeom prst="rect">
            <a:avLst/>
          </a:prstGeom>
          <a:solidFill>
            <a:srgbClr val="F4F8FF"/>
          </a:solidFill>
          <a:ln w="12700">
            <a:solidFill>
              <a:srgbClr val="D8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18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32186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Agents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90672" y="3218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voicechat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1353312"/>
            <a:ext cx="3108960" cy="3017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5331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DENTRO DEL MVP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1655064"/>
            <a:ext cx="3108960" cy="301752"/>
          </a:xfrm>
          <a:prstGeom prst="rect">
            <a:avLst/>
          </a:prstGeom>
          <a:solidFill>
            <a:srgbClr val="F0FBF4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Inventario en Google Sheets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77840" y="1956816"/>
            <a:ext cx="3108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FAQs y tabla de pedidos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577840" y="2258568"/>
            <a:ext cx="3108960" cy="301752"/>
          </a:xfrm>
          <a:prstGeom prst="rect">
            <a:avLst/>
          </a:prstGeom>
          <a:solidFill>
            <a:srgbClr val="F0FBF4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267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de Telegram funcional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77840" y="2560320"/>
            <a:ext cx="3108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2569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intención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2862072"/>
            <a:ext cx="3108960" cy="301752"/>
          </a:xfrm>
          <a:prstGeom prst="rect">
            <a:avLst/>
          </a:prstGeom>
          <a:solidFill>
            <a:srgbClr val="F0FBF4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Captura de intención de pedido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77840" y="3163824"/>
            <a:ext cx="3108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5C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de voicechat con ElevenLabs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77840" y="3493008"/>
            <a:ext cx="310896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FUERA DEL MVP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3767328"/>
            <a:ext cx="3108960" cy="274320"/>
          </a:xfrm>
          <a:prstGeom prst="rect">
            <a:avLst/>
          </a:prstGeom>
          <a:solidFill>
            <a:srgbClr val="FDF1EF"/>
          </a:solidFill>
          <a:ln w="12700">
            <a:solidFill>
              <a:srgbClr val="F0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7764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Venta o pago dentro del bot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577840" y="4041648"/>
            <a:ext cx="3108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405079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completo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577840" y="4315968"/>
            <a:ext cx="3108960" cy="274320"/>
          </a:xfrm>
          <a:prstGeom prst="rect">
            <a:avLst/>
          </a:prstGeom>
          <a:solidFill>
            <a:srgbClr val="FDF1EF"/>
          </a:solidFill>
          <a:ln w="12700">
            <a:solidFill>
              <a:srgbClr val="F0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43251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analítico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horas para el MVP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44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 (Inventario, FAQs, Pedidos)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17520" y="1463040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17520" y="1463040"/>
            <a:ext cx="4191000" cy="2377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4538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+ datos demo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1801368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17520" y="1801368"/>
            <a:ext cx="2514600" cy="2377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0" y="1792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bot de Telegram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17520" y="2139696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17520" y="2139696"/>
            <a:ext cx="2514600" cy="2377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21305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245973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clasificación de intención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017520" y="2478024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17520" y="2478024"/>
            <a:ext cx="3352800" cy="237744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2468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2798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inventario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017520" y="2816352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17520" y="2816352"/>
            <a:ext cx="3352800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0" y="28072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intención de pedido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17520" y="3154680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17520" y="3154680"/>
            <a:ext cx="3352800" cy="23774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3474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voicechat ElevenLabs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017520" y="3493008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017520" y="3493008"/>
            <a:ext cx="502920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3813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manejo de errores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017520" y="3831336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017520" y="3831336"/>
            <a:ext cx="251460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38160" y="3822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41513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demo final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017520" y="4169664"/>
            <a:ext cx="5029200" cy="237744"/>
          </a:xfrm>
          <a:prstGeom prst="rect">
            <a:avLst/>
          </a:prstGeom>
          <a:solidFill>
            <a:srgbClr val="D5E5F5"/>
          </a:solidFill>
          <a:ln w="12700">
            <a:solidFill>
              <a:srgbClr val="D5E5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017520" y="4169664"/>
            <a:ext cx="3352800" cy="2377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38160" y="4160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57200" y="4544568"/>
            <a:ext cx="82296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544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 horas  ·  MVP completo, documentado y con demo en vivo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es solo el punto de partida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65960" cy="2606040"/>
          </a:xfrm>
          <a:prstGeom prst="rect">
            <a:avLst/>
          </a:prstGeom>
          <a:solidFill>
            <a:srgbClr val="13253A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(Ahora)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automatizada, inventario y captura de intención desde Telegram y voz.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24328" y="1508760"/>
            <a:ext cx="1965960" cy="2606040"/>
          </a:xfrm>
          <a:prstGeom prst="rect">
            <a:avLst/>
          </a:prstGeom>
          <a:solidFill>
            <a:srgbClr val="13253A"/>
          </a:solidFill>
          <a:ln w="12700">
            <a:solidFill>
              <a:srgbClr val="2E86D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600200"/>
            <a:ext cx="502920" cy="5029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34056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Simple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34056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pedidos e inventario. Historial de clientes y seguimiento estructurado.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91456" y="1508760"/>
            <a:ext cx="1965960" cy="2606040"/>
          </a:xfrm>
          <a:prstGeom prst="rect">
            <a:avLst/>
          </a:prstGeom>
          <a:solidFill>
            <a:srgbClr val="13253A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82896" y="160020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de Demanda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01184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Sabores más pedidos, productos más consultados, resúmenes automáticos.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58584" y="1508760"/>
            <a:ext cx="1965960" cy="2606040"/>
          </a:xfrm>
          <a:prstGeom prst="rect">
            <a:avLst/>
          </a:prstGeom>
          <a:solidFill>
            <a:srgbClr val="13253A"/>
          </a:solidFill>
          <a:ln w="12700">
            <a:solidFill>
              <a:srgbClr val="8899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0024" y="1600200"/>
            <a:ext cx="502920" cy="50292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002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68312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68312" y="2651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qué sabores volver a producir basado en demanda histórica registrada.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A1A2A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"Convertir atención al cliente en datos útiles para decidir mejor qué producir, qué promover y cómo responder más rápido."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Inteligente de Atención al Cliente — MVP Helados</dc:title>
  <dc:subject>PptxGenJS Presentation</dc:subject>
  <dc:creator>Jared Blancas Rivera</dc:creator>
  <cp:lastModifiedBy>Jared Blancas Rivera</cp:lastModifiedBy>
  <cp:revision>1</cp:revision>
  <dcterms:created xsi:type="dcterms:W3CDTF">2026-06-02T17:22:16Z</dcterms:created>
  <dcterms:modified xsi:type="dcterms:W3CDTF">2026-06-02T17:22:16Z</dcterms:modified>
</cp:coreProperties>
</file>